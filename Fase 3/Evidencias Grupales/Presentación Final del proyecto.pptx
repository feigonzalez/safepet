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layfair Display" panose="020B0604020202020204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de66d7ea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de66d7ea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de66d7ea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de66d7eab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7a85daf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7a85daf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de66d7ea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de66d7eab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7a97bae62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7a97bae62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7a97bae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7a97bae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a97bae6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7a97bae6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de66d7ea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de66d7ea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de66d7ea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de66d7ea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7a97bae6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7a97bae6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de66d7eab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de66d7eab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7a97bae6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7a97bae6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de66d7ea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de66d7ea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3096375" y="3266927"/>
            <a:ext cx="29514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SafePet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0" name="Google Shape;60;p13" title="icon-onl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996" y="1270212"/>
            <a:ext cx="1958175" cy="1958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3096300" y="3623827"/>
            <a:ext cx="29514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1"/>
              <a:t>Francisca Espinosa, Felipe González</a:t>
            </a:r>
            <a:endParaRPr sz="10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2571750"/>
            <a:ext cx="4260300" cy="9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/>
              <a:t>Francisca Espinosa</a:t>
            </a:r>
            <a:endParaRPr sz="2200" b="1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Scrum Master | Desarrollo | QA</a:t>
            </a: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572000" y="2571750"/>
            <a:ext cx="4260300" cy="9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/>
              <a:t>Felipe González</a:t>
            </a:r>
            <a:endParaRPr sz="2200" b="1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Product Owner | Desarrollo | QA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3679425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Ágil 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261600" y="4305525"/>
            <a:ext cx="86208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i="1"/>
              <a:t>Scrum</a:t>
            </a:r>
            <a:r>
              <a:rPr lang="es"/>
              <a:t> facilita la flexibilidad y el desarrollo centrado en la entrega de valor.</a:t>
            </a:r>
            <a:endParaRPr sz="1400"/>
          </a:p>
        </p:txBody>
      </p:sp>
      <p:sp>
        <p:nvSpPr>
          <p:cNvPr id="71" name="Google Shape;71;p14"/>
          <p:cNvSpPr/>
          <p:nvPr/>
        </p:nvSpPr>
        <p:spPr>
          <a:xfrm>
            <a:off x="1748400" y="1101150"/>
            <a:ext cx="1386900" cy="1386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2" name="Google Shape;72;p14" title="mev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8700" y="1101150"/>
            <a:ext cx="1386900" cy="1386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</a:t>
            </a:r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¿Cuál es el problema?</a:t>
            </a:r>
            <a:endParaRPr b="1"/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 dificultad que enfrentan los dueños de mascotas perdidas al intentar encontrarlas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/>
              <a:t>¿Cómo lo proponemos resolver?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Una aplicación móvil que permite hacer reportes de hallazgo de estas mascotas en tiempo real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246075" y="40980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General 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6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Nuestro objetivo</a:t>
            </a:r>
            <a:r>
              <a:rPr lang="es" sz="1500" i="1"/>
              <a:t> general es </a:t>
            </a:r>
            <a:r>
              <a:rPr lang="es" sz="1500"/>
              <a:t>facilitar el proceso de reunir a dueños de mascotas perdidas con ellas.</a:t>
            </a:r>
            <a:endParaRPr sz="1500"/>
          </a:p>
          <a:p>
            <a:pPr marL="0" lvl="0" indent="0" algn="just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b="1"/>
          </a:p>
        </p:txBody>
      </p:sp>
      <p:sp>
        <p:nvSpPr>
          <p:cNvPr id="85" name="Google Shape;85;p16"/>
          <p:cNvSpPr txBox="1"/>
          <p:nvPr/>
        </p:nvSpPr>
        <p:spPr>
          <a:xfrm>
            <a:off x="348600" y="2327025"/>
            <a:ext cx="791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Objetivos específicos</a:t>
            </a:r>
            <a:endParaRPr sz="28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46075" y="3119625"/>
            <a:ext cx="8520600" cy="15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Desarrollar una aplicación que facilite reunir a los dueños con sus mascotas.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Implementar el registro y reporte de mascotas extraviadas.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Implementar un sistema de notificacion y mensajeria segura para reportar al dueño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Integrar funciones de geolocalización en tiempo real y lector de QR.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just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Funcionalidades Clave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39569"/>
              <a:buNone/>
            </a:pPr>
            <a:r>
              <a:rPr lang="es" b="1" dirty="0"/>
              <a:t>Registro de Mascotas</a:t>
            </a:r>
            <a:r>
              <a:rPr lang="es" dirty="0"/>
              <a:t>: Almacenamiento y manejo de los datos de las mascotas.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ct val="39569"/>
              <a:buNone/>
            </a:pPr>
            <a:r>
              <a:rPr lang="es" b="1" dirty="0"/>
              <a:t>Reporte de Avistamiento</a:t>
            </a:r>
            <a:r>
              <a:rPr lang="es" dirty="0"/>
              <a:t>: Manejo de reportes hechos por usuarios al avistar un animal.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ct val="39569"/>
              <a:buNone/>
            </a:pPr>
            <a:r>
              <a:rPr lang="es" b="1" dirty="0"/>
              <a:t>Alertas de Extravío</a:t>
            </a:r>
            <a:r>
              <a:rPr lang="es" dirty="0"/>
              <a:t>: Manejo de alertas hechos por dueños al extraviar un animal.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ct val="39569"/>
              <a:buNone/>
            </a:pPr>
            <a:r>
              <a:rPr lang="es" b="1" dirty="0"/>
              <a:t>Puntos de Interés</a:t>
            </a:r>
            <a:r>
              <a:rPr lang="es" dirty="0"/>
              <a:t>: Muestra el mapa y puntos de interés, como veterinarias, sedes de fundaciones, refugios, etc.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ct val="39569"/>
              <a:buNone/>
            </a:pPr>
            <a:r>
              <a:rPr lang="es" b="1" dirty="0"/>
              <a:t>Geolocalización y Geofencing</a:t>
            </a:r>
            <a:r>
              <a:rPr lang="es" dirty="0"/>
              <a:t>: Maneja el rastreo de mascotas que tengan etiquetas GPS.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ct val="39569"/>
              <a:buNone/>
            </a:pPr>
            <a:r>
              <a:rPr lang="es" b="1" dirty="0"/>
              <a:t>Mensajería</a:t>
            </a:r>
            <a:r>
              <a:rPr lang="es" dirty="0"/>
              <a:t>: Maneja el envío y recepción de mensajes entre usuarios.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ct val="39569"/>
              <a:buNone/>
            </a:pPr>
            <a:r>
              <a:rPr lang="es" b="1" dirty="0"/>
              <a:t>Noticias y Avisos</a:t>
            </a:r>
            <a:r>
              <a:rPr lang="es" dirty="0"/>
              <a:t>: Obtiene noticias desde fuentes selectas (fundaciones, refugios, etc.).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Alcances y Limitaciones del Proyecto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App móvil basada en Web, mediante Capacitor.</a:t>
            </a:r>
            <a:endParaRPr sz="1650"/>
          </a:p>
          <a:p>
            <a:pPr marL="457200" lvl="0" indent="-3333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Registro de usuarios y mascotas.</a:t>
            </a:r>
            <a:endParaRPr sz="1650"/>
          </a:p>
          <a:p>
            <a:pPr marL="457200" lvl="0" indent="-3333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Reporte de mascotas extraviadas y avistamientos en mapa.</a:t>
            </a:r>
            <a:endParaRPr sz="1650"/>
          </a:p>
          <a:p>
            <a:pPr marL="457200" lvl="0" indent="-3333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Lectura de códigos QR para identificar mascotas.</a:t>
            </a:r>
            <a:endParaRPr sz="1650"/>
          </a:p>
          <a:p>
            <a:pPr marL="457200" lvl="0" indent="-3333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Mensajería básica entre dueño y persona que encuentra la mascota.</a:t>
            </a:r>
            <a:endParaRPr sz="1650"/>
          </a:p>
          <a:p>
            <a:pPr marL="457200" lvl="0" indent="-333375" algn="l" rtl="0">
              <a:spcBef>
                <a:spcPts val="1000"/>
              </a:spcBef>
              <a:spcAft>
                <a:spcPts val="1000"/>
              </a:spcAft>
              <a:buSzPts val="1650"/>
              <a:buChar char="●"/>
            </a:pPr>
            <a:r>
              <a:rPr lang="es" sz="1650"/>
              <a:t>Sistema de noticias y avisos en base a tenencia responsable.</a:t>
            </a:r>
            <a:endParaRPr b="1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Requiere conexión a internet</a:t>
            </a:r>
            <a:endParaRPr sz="1650"/>
          </a:p>
          <a:p>
            <a:pPr marL="457200" lvl="0" indent="-333375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50"/>
              <a:buChar char="●"/>
            </a:pPr>
            <a:r>
              <a:rPr lang="es" sz="1650"/>
              <a:t>Precisión de ubicación depende del dispositivo del usuario</a:t>
            </a:r>
            <a:endParaRPr sz="16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de datos</a:t>
            </a:r>
            <a:endParaRPr sz="3600" b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9" title="Diagrma de Modelo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00" y="1104131"/>
            <a:ext cx="7529201" cy="38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del software</a:t>
            </a:r>
            <a:endParaRPr sz="3600" b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51675" y="4687350"/>
            <a:ext cx="27684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2" name="Google Shape;112;p20" title="Diagrama Arquitectura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700" y="1169850"/>
            <a:ext cx="7604597" cy="336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Tecnologías utilizadas</a:t>
            </a:r>
            <a:endParaRPr sz="3600" b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b="1"/>
              <a:t>Modelo:</a:t>
            </a:r>
            <a:r>
              <a:rPr lang="es"/>
              <a:t>			MVC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b="1"/>
              <a:t>Aplicación Móvil</a:t>
            </a:r>
            <a:r>
              <a:rPr lang="es"/>
              <a:t>: 	Desarrollado con HTML5 + CSS3, JS, y Capacitor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b="1"/>
              <a:t>Servidor Web</a:t>
            </a:r>
            <a:r>
              <a:rPr lang="es"/>
              <a:t>: 	Servidor HTTP con stack LAMP* (en la nube)</a:t>
            </a:r>
            <a:endParaRPr sz="1000">
              <a:solidFill>
                <a:schemeClr val="lt2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b="1"/>
              <a:t>Servidor BD</a:t>
            </a:r>
            <a:r>
              <a:rPr lang="es"/>
              <a:t>: 		Servidor MySQL (junto al servidor web)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b="1"/>
              <a:t>APIs, Librerías, y Contenido Externo</a:t>
            </a:r>
            <a:r>
              <a:rPr lang="es"/>
              <a:t>: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OpenStreet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Feeds RSS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QRServer</a:t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51675" y="4687350"/>
            <a:ext cx="27684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* Linux, Apache, MySQL, PHP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0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Resultados Obtenidos</a:t>
            </a:r>
            <a:endParaRPr sz="4400" b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25" y="1183563"/>
            <a:ext cx="1547607" cy="3095213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7338" y="1183563"/>
            <a:ext cx="1547606" cy="3095212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3925" y="1183588"/>
            <a:ext cx="1547606" cy="3095212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8" name="Google Shape;12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90532" y="1183575"/>
            <a:ext cx="1547607" cy="3095212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77113" y="1195038"/>
            <a:ext cx="1536143" cy="307228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0" name="Google Shape;130;p22"/>
          <p:cNvSpPr txBox="1"/>
          <p:nvPr/>
        </p:nvSpPr>
        <p:spPr>
          <a:xfrm>
            <a:off x="231175" y="4478900"/>
            <a:ext cx="15477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Pantalla de Inicio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2017300" y="4478900"/>
            <a:ext cx="15477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Lista de Mascotas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3803425" y="4478900"/>
            <a:ext cx="15477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Detalles de Mascota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5589550" y="4478900"/>
            <a:ext cx="15477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Reportar Hallazgo con QR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7371338" y="4478900"/>
            <a:ext cx="15477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Notificaciones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311700" y="1998133"/>
            <a:ext cx="8520600" cy="28651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Demostración</a:t>
            </a:r>
            <a:endParaRPr sz="4400" b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Obstáculos presentados durante el desarrollo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429725" y="1132475"/>
            <a:ext cx="8478000" cy="3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Configuración del servidor y problemas de CORS al consumir el backend desde la app.</a:t>
            </a:r>
            <a:b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Dificultades en la integración con Flow para los pagos de suscripción (firmas, redirecciones, pruebas).</a:t>
            </a:r>
            <a:b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Limitación en materiales para el desarrollo del prototipo del localizador.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Manejo de la geolocalización y el mapa, especialmente la precisión de la ubicación en algunos dispositivos.</a:t>
            </a:r>
            <a:b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Definir un modelo de datos que cubriera usuarios, mascotas, alertas, reportes y pagos sin duplicar información.</a:t>
            </a:r>
            <a:endParaRPr sz="800"/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* CORS: Cross-Origin Resource Sharing</a:t>
            </a:r>
            <a:endParaRPr sz="10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 </a:t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442025" y="1083250"/>
            <a:ext cx="8478000" cy="3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SafePet es un proyecto factible que aborda una necesidad real de la comunidad, otorgando una solución tecnológica funcional a través de un producto útil.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• Impacto Social Real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No solo estamos desarrollando software; estamos creando una herramienta para aliviar la angustia de las familias y fortalecer la comunidad en torno a la tenencia responsable de mascotas. 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s" sz="18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Visión a Futuro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SafePet tiene el potencial de crecer, integrando nuevas tecnologías como el reconocimiento de imágenes y alianzas con municipalidades y veterinarias para crear una red de seguridad animal a nivel nacional.</a:t>
            </a:r>
            <a:endParaRPr sz="18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>
            <a:spLocks noGrp="1"/>
          </p:cNvSpPr>
          <p:nvPr>
            <p:ph type="title"/>
          </p:nvPr>
        </p:nvSpPr>
        <p:spPr>
          <a:xfrm>
            <a:off x="4889925" y="1650625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Gracias por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su atención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Microsoft Office PowerPoint</Application>
  <PresentationFormat>Presentación en pantalla (16:9)</PresentationFormat>
  <Paragraphs>72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Playfair Display</vt:lpstr>
      <vt:lpstr>Calibri</vt:lpstr>
      <vt:lpstr>Lato</vt:lpstr>
      <vt:lpstr>Coral</vt:lpstr>
      <vt:lpstr>Presentación de PowerPoint</vt:lpstr>
      <vt:lpstr>Equipo</vt:lpstr>
      <vt:lpstr>Contexto</vt:lpstr>
      <vt:lpstr>Objetivo General </vt:lpstr>
      <vt:lpstr>Funcionalidades Clave</vt:lpstr>
      <vt:lpstr>Alcances y Limitaciones del Proyecto</vt:lpstr>
      <vt:lpstr>Modelo de datos  </vt:lpstr>
      <vt:lpstr>Arquitectura del software  </vt:lpstr>
      <vt:lpstr>Tecnologías utilizadas </vt:lpstr>
      <vt:lpstr>Resultados Obtenidos </vt:lpstr>
      <vt:lpstr>Demostración  </vt:lpstr>
      <vt:lpstr>Obstáculos presentados durante el desarrollo </vt:lpstr>
      <vt:lpstr>Conclusión 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SSDD</cp:lastModifiedBy>
  <cp:revision>1</cp:revision>
  <dcterms:modified xsi:type="dcterms:W3CDTF">2025-11-21T11:50:13Z</dcterms:modified>
</cp:coreProperties>
</file>